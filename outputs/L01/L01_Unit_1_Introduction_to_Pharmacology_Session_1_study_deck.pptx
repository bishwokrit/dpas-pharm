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image" Target="../media/image-7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image" Target="../media/image-94-3.png"/><Relationship Id="rId4" Type="http://schemas.openxmlformats.org/officeDocument/2006/relationships/image" Target="../media/image-9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C55A11"/>
                </a:solidFill>
              </a:rPr>
              <a:t>Textbook not added yet — this deck is built from the slides only.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332988"/>
          </a:xfrm>
          <a:prstGeom prst="roundRect">
            <a:avLst>
              <a:gd name="adj" fmla="val 32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 Lecturer: Diane S. Allen-Gipson, Ph.D., M.S., Course Director.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110228"/>
          </a:xfrm>
          <a:prstGeom prst="roundRect">
            <a:avLst>
              <a:gd name="adj" fmla="val 267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241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727448"/>
          </a:xfrm>
          <a:prstGeom prst="roundRect">
            <a:avLst>
              <a:gd name="adj" fmla="val 23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727448"/>
          </a:xfrm>
          <a:prstGeom prst="roundRect">
            <a:avLst>
              <a:gd name="adj" fmla="val 232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graphicFrame>
        <p:nvGraphicFramePr>
          <p:cNvPr id="3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graphicFrame>
        <p:nvGraphicFramePr>
          <p:cNvPr id="3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graphicFrame>
        <p:nvGraphicFramePr>
          <p:cNvPr id="4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graphicFrame>
        <p:nvGraphicFramePr>
          <p:cNvPr id="5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graphicFrame>
        <p:nvGraphicFramePr>
          <p:cNvPr id="7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graphicFrame>
        <p:nvGraphicFramePr>
          <p:cNvPr id="7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85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4887468"/>
          </a:xfrm>
          <a:prstGeom prst="roundRect">
            <a:avLst>
              <a:gd name="adj" fmla="val 224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401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graphicFrame>
        <p:nvGraphicFramePr>
          <p:cNvPr id="9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graphicFrame>
        <p:nvGraphicFramePr>
          <p:cNvPr id="9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2026-10-22T15:41:47Z</dcterms:created>
  <dcterms:modified xsi:type="dcterms:W3CDTF">2026-10-22T15:41:47Z</dcterms:modified>
</cp:coreProperties>
</file>