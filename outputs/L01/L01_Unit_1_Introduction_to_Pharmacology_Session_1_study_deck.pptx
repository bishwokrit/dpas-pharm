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notesMasterIdLst>
    <p:notesMasterId r:id="rId10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notesMaster" Target="notesMasters/notesMaster1.xml"/><Relationship Id="rId105" Type="http://schemas.openxmlformats.org/officeDocument/2006/relationships/presProps" Target="presProps.xml"/><Relationship Id="rId106" Type="http://schemas.openxmlformats.org/officeDocument/2006/relationships/viewProps" Target="viewProps.xml"/><Relationship Id="rId107" Type="http://schemas.openxmlformats.org/officeDocument/2006/relationships/theme" Target="theme/theme1.xml"/><Relationship Id="rId10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image" Target="../media/image-93-3.png"/><Relationship Id="rId4" Type="http://schemas.openxmlformats.org/officeDocument/2006/relationships/image" Target="../media/image-9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C55A11"/>
                </a:solidFill>
              </a:rPr>
              <a:t>Textbook not added yet — this deck is built from the slides only.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502152"/>
          </a:xfrm>
          <a:prstGeom prst="roundRect">
            <a:avLst>
              <a:gd name="adj" fmla="val 313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 Lecturer: Diane S. Allen-Gipson, Ph.D., M.S., Course Director.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27348"/>
          </a:xfrm>
          <a:prstGeom prst="roundRect">
            <a:avLst>
              <a:gd name="adj" fmla="val 27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58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090672"/>
          </a:xfrm>
          <a:prstGeom prst="roundRect">
            <a:avLst>
              <a:gd name="adj" fmla="val 35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927348"/>
          </a:xfrm>
          <a:prstGeom prst="roundRect">
            <a:avLst>
              <a:gd name="adj" fmla="val 27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058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338828"/>
          </a:xfrm>
          <a:prstGeom prst="roundRect">
            <a:avLst>
              <a:gd name="adj" fmla="val 25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70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338828"/>
          </a:xfrm>
          <a:prstGeom prst="roundRect">
            <a:avLst>
              <a:gd name="adj" fmla="val 25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70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13308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94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19172"/>
          </a:xfrm>
          <a:prstGeom prst="roundRect">
            <a:avLst>
              <a:gd name="adj" fmla="val 43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50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15868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698748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799332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698748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265676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96412"/>
          </a:xfrm>
          <a:prstGeom prst="roundRect">
            <a:avLst>
              <a:gd name="adj" fmla="val 33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27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3924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0553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553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279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7183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718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576572"/>
            <a:ext cx="10271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927348"/>
          </a:xfrm>
          <a:prstGeom prst="roundRect">
            <a:avLst>
              <a:gd name="adj" fmla="val 27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3058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575304"/>
          </a:xfrm>
          <a:prstGeom prst="roundRect">
            <a:avLst>
              <a:gd name="adj" fmla="val 306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617720"/>
          </a:xfrm>
          <a:prstGeom prst="roundRect">
            <a:avLst>
              <a:gd name="adj" fmla="val 237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617720"/>
          </a:xfrm>
          <a:prstGeom prst="roundRect">
            <a:avLst>
              <a:gd name="adj" fmla="val 237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graphicFrame>
        <p:nvGraphicFramePr>
          <p:cNvPr id="3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2428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graphicFrame>
        <p:nvGraphicFramePr>
          <p:cNvPr id="3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141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19172"/>
          </a:xfrm>
          <a:prstGeom prst="roundRect">
            <a:avLst>
              <a:gd name="adj" fmla="val 43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50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79476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97764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078224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97764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4456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738628"/>
          </a:xfrm>
          <a:prstGeom prst="roundRect">
            <a:avLst>
              <a:gd name="adj" fmla="val 40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869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1659128"/>
          </a:xfrm>
          <a:prstGeom prst="roundRect">
            <a:avLst>
              <a:gd name="adj" fmla="val 55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1476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369564"/>
          </a:xfrm>
          <a:prstGeom prst="roundRect">
            <a:avLst>
              <a:gd name="adj" fmla="val 32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500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369564"/>
          </a:xfrm>
          <a:prstGeom prst="roundRect">
            <a:avLst>
              <a:gd name="adj" fmla="val 32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500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· 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5410048" cy="4764024"/>
          </a:xfrm>
          <a:prstGeom prst="roundRect">
            <a:avLst>
              <a:gd name="adj" fmla="val 23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4952848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</p:txBody>
      </p:sp>
      <p:sp>
        <p:nvSpPr>
          <p:cNvPr id="12" name="Drugs named as examples card"/>
          <p:cNvSpPr/>
          <p:nvPr/>
        </p:nvSpPr>
        <p:spPr>
          <a:xfrm>
            <a:off x="6233008" y="1325880"/>
            <a:ext cx="5410048" cy="4764024"/>
          </a:xfrm>
          <a:prstGeom prst="roundRect">
            <a:avLst>
              <a:gd name="adj" fmla="val 23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Drugs named as example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Drugs named as example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Drugs named as example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6" name="Drugs named as examples body"/>
          <p:cNvSpPr txBox="1"/>
          <p:nvPr/>
        </p:nvSpPr>
        <p:spPr>
          <a:xfrm>
            <a:off x="6461608" y="2075688"/>
            <a:ext cx="4952848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854196"/>
          </a:xfrm>
          <a:prstGeom prst="roundRect">
            <a:avLst>
              <a:gd name="adj" fmla="val 284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985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graphicFrame>
        <p:nvGraphicFramePr>
          <p:cNvPr id="4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2059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graphicFrame>
        <p:nvGraphicFramePr>
          <p:cNvPr id="4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104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19172"/>
          </a:xfrm>
          <a:prstGeom prst="roundRect">
            <a:avLst>
              <a:gd name="adj" fmla="val 43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50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15868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698748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799332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698748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265676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090672"/>
          </a:xfrm>
          <a:prstGeom prst="roundRect">
            <a:avLst>
              <a:gd name="adj" fmla="val 35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2154936"/>
          </a:xfrm>
          <a:prstGeom prst="roundRect">
            <a:avLst>
              <a:gd name="adj" fmla="val 424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1972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296412"/>
          </a:xfrm>
          <a:prstGeom prst="roundRect">
            <a:avLst>
              <a:gd name="adj" fmla="val 33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427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296412"/>
          </a:xfrm>
          <a:prstGeom prst="roundRect">
            <a:avLst>
              <a:gd name="adj" fmla="val 33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427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11980"/>
          </a:xfrm>
          <a:prstGeom prst="roundRect">
            <a:avLst>
              <a:gd name="adj" fmla="val 24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4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11980"/>
          </a:xfrm>
          <a:prstGeom prst="roundRect">
            <a:avLst>
              <a:gd name="adj" fmla="val 24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4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1499" y="1325880"/>
            <a:ext cx="7688697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graphicFrame>
        <p:nvGraphicFramePr>
          <p:cNvPr id="6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4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graphicFrame>
        <p:nvGraphicFramePr>
          <p:cNvPr id="7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51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19172"/>
          </a:xfrm>
          <a:prstGeom prst="roundRect">
            <a:avLst>
              <a:gd name="adj" fmla="val 43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50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4073652"/>
            <a:ext cx="5364328" cy="1682496"/>
          </a:xfrm>
          <a:prstGeom prst="roundRect">
            <a:avLst>
              <a:gd name="adj" fmla="val 65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256532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357116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256532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823460"/>
            <a:ext cx="4907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79476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397764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078224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397764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4456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459736"/>
          </a:xfrm>
          <a:prstGeom prst="roundRect">
            <a:avLst>
              <a:gd name="adj" fmla="val 446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1659128"/>
          </a:xfrm>
          <a:prstGeom prst="roundRect">
            <a:avLst>
              <a:gd name="adj" fmla="val 55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1476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154936"/>
          </a:xfrm>
          <a:prstGeom prst="roundRect">
            <a:avLst>
              <a:gd name="adj" fmla="val 424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1972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1659128"/>
          </a:xfrm>
          <a:prstGeom prst="roundRect">
            <a:avLst>
              <a:gd name="adj" fmla="val 55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1476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402840"/>
          </a:xfrm>
          <a:prstGeom prst="roundRect">
            <a:avLst>
              <a:gd name="adj" fmla="val 38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21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84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85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352544"/>
          </a:xfrm>
          <a:prstGeom prst="roundRect">
            <a:avLst>
              <a:gd name="adj" fmla="val 25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4631436"/>
          </a:xfrm>
          <a:prstGeom prst="roundRect">
            <a:avLst>
              <a:gd name="adj" fmla="val 236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37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575304"/>
          </a:xfrm>
          <a:prstGeom prst="roundRect">
            <a:avLst>
              <a:gd name="adj" fmla="val 306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11980"/>
          </a:xfrm>
          <a:prstGeom prst="roundRect">
            <a:avLst>
              <a:gd name="adj" fmla="val 24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4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11980"/>
          </a:xfrm>
          <a:prstGeom prst="roundRect">
            <a:avLst>
              <a:gd name="adj" fmla="val 24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4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graphicFrame>
        <p:nvGraphicFramePr>
          <p:cNvPr id="92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7043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graphicFrame>
        <p:nvGraphicFramePr>
          <p:cNvPr id="9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49910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79476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397764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07822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397764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4456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79476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397764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078224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397764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4456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1659128"/>
          </a:xfrm>
          <a:prstGeom prst="roundRect">
            <a:avLst>
              <a:gd name="adj" fmla="val 55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1476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102</Slides>
  <Notes>102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102</vt:i4>
      </vt:variant>
    </vt:vector>
  </HeadingPairs>
  <TitlesOfParts>
    <vt:vector size="10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2026-10-22T15:29:44Z</dcterms:created>
  <dcterms:modified xsi:type="dcterms:W3CDTF">2026-10-22T15:29:44Z</dcterms:modified>
</cp:coreProperties>
</file>