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55A11"/>
                </a:solidFill>
              </a:rPr>
              <a:t>Textbook not added yet — this deck is built from the slides only.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graphicFrame>
        <p:nvGraphicFramePr>
          <p:cNvPr id="3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graphicFrame>
        <p:nvGraphicFramePr>
          <p:cNvPr id="3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graphicFrame>
        <p:nvGraphicFramePr>
          <p:cNvPr id="4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graphicFrame>
        <p:nvGraphicFramePr>
          <p:cNvPr id="5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graphicFrame>
        <p:nvGraphicFramePr>
          <p:cNvPr id="7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4887468"/>
          </a:xfrm>
          <a:prstGeom prst="roundRect">
            <a:avLst>
              <a:gd name="adj" fmla="val 224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401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graphicFrame>
        <p:nvGraphicFramePr>
          <p:cNvPr id="9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graphicFrame>
        <p:nvGraphicFramePr>
          <p:cNvPr id="9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2026-10-22T15:54:23Z</dcterms:created>
  <dcterms:modified xsi:type="dcterms:W3CDTF">2026-10-22T15:54:23Z</dcterms:modified>
</cp:coreProperties>
</file>